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27D90-CEF6-A72C-7DC1-739FBB04808E}" v="3" dt="2026-08-17T14:03:53.9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pilot 365" userId="S::copilot365@netec.com::d24eb6ec-549b-432e-91a1-cc8ba8398fd4" providerId="AD" clId="Web-{75727D90-CEF6-A72C-7DC1-739FBB04808E}"/>
    <pc:docChg chg="mod addSld delSld modSld addMainMaster delMainMaster modMainMaster modNotesMaster">
      <pc:chgData name="Copilot 365" userId="S::copilot365@netec.com::d24eb6ec-549b-432e-91a1-cc8ba8398fd4" providerId="AD" clId="Web-{75727D90-CEF6-A72C-7DC1-739FBB04808E}" dt="2026-08-17T14:03:53.930" v="2"/>
      <pc:docMkLst>
        <pc:docMk/>
      </pc:docMkLst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56"/>
        </pc:sldMkLst>
      </pc:sldChg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57"/>
        </pc:sldMkLst>
      </pc:sldChg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58"/>
        </pc:sldMkLst>
      </pc:sldChg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59"/>
        </pc:sldMkLst>
      </pc:sldChg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60"/>
        </pc:sldMkLst>
      </pc:sldChg>
      <pc:sldChg chg="ad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0" sldId="261"/>
        </pc:sldMkLst>
      </pc:sldChg>
      <pc:sldChg chg="del replId">
        <pc:chgData name="Copilot 365" userId="S::copilot365@netec.com::d24eb6ec-549b-432e-91a1-cc8ba8398fd4" providerId="AD" clId="Web-{75727D90-CEF6-A72C-7DC1-739FBB04808E}" dt="2026-08-17T14:03:53.930" v="2"/>
        <pc:sldMkLst>
          <pc:docMk/>
          <pc:sldMk cId="1430577345" sldId="262"/>
        </pc:sldMkLst>
      </pc:sldChg>
      <pc:sldMasterChg chg="add addSldLayout delSldLayout modSldLayout sldLayoutOrd">
        <pc:chgData name="Copilot 365" userId="S::copilot365@netec.com::d24eb6ec-549b-432e-91a1-cc8ba8398fd4" providerId="AD" clId="Web-{75727D90-CEF6-A72C-7DC1-739FBB04808E}" dt="2026-08-17T14:03:53.930" v="2"/>
        <pc:sldMasterMkLst>
          <pc:docMk/>
          <pc:sldMasterMk cId="1037836119" sldId="2147483648"/>
        </pc:sldMasterMkLst>
        <pc:sldLayoutChg chg="ad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0" sldId="2147483649"/>
          </pc:sldLayoutMkLst>
        </pc:sldLayoutChg>
        <pc:sldLayoutChg chg="ad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0" sldId="2147483650"/>
          </pc:sldLayoutMkLst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3797575280" sldId="2147483651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3797575280" sldId="2147483651"/>
              <ac:spMk id="2" creationId="{33A043F6-9A64-47B0-AF08-C54FA3B5A717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3797575280" sldId="2147483651"/>
              <ac:spMk id="3" creationId="{BE72D7C8-2508-4D8D-B2DB-4EA1580B152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3797575280" sldId="2147483651"/>
              <ac:spMk id="4" creationId="{3A1690BD-00EC-42F5-A4C1-8EFD0DCDA5AF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3797575280" sldId="2147483651"/>
              <ac:spMk id="5" creationId="{BA9856C7-3F2E-430D-9834-94A2A8EE8652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3797575280" sldId="2147483651"/>
              <ac:spMk id="6" creationId="{A79F383C-5494-4803-9C41-4EEFDF770A0C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2232725900" sldId="2147483652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2" creationId="{65B638FC-0A5D-4409-B619-3EB915BF2893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3" creationId="{DD68036A-CAD0-4976-A504-BC3F25FC0EF9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4" creationId="{D1BC9E81-15FC-4750-A089-AB8BF412CAF2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5" creationId="{8CA51CF2-5D6A-4DA8-AF6F-2E470AFDCD0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6" creationId="{8B94BFB0-B585-4357-8EFF-958C37EE8316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232725900" sldId="2147483652"/>
              <ac:spMk id="7" creationId="{BB86D51F-6F6C-4188-9767-34F34D9CF066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92890425" sldId="2147483653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2" creationId="{81F5A965-D238-4B67-8CE2-6D0EFD679A6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3" creationId="{97B8313A-DF6A-47E7-B425-EE6A04F7D4F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4" creationId="{E41DCF8F-BC50-4E05-B605-29848E81F82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5" creationId="{4AEDFE27-E71A-4DA2-BEAF-658115781AD2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6" creationId="{54E64931-8BAA-49A4-AFAB-C5D979450771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7" creationId="{4DA508CE-8427-44A8-B7D2-EEBA668F1896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8" creationId="{B8959ECA-69BE-464E-B720-4BCEB7BF7D49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92890425" sldId="2147483653"/>
              <ac:spMk id="9" creationId="{1B37764E-246D-4B22-82FA-CAE8A131884D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1282273674" sldId="2147483654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282273674" sldId="2147483654"/>
              <ac:spMk id="2" creationId="{F5B856CF-1265-44DC-BB56-9C3991ED4E5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282273674" sldId="2147483654"/>
              <ac:spMk id="3" creationId="{EE151EC7-483A-4E49-A831-C36D8CB2D52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282273674" sldId="2147483654"/>
              <ac:spMk id="4" creationId="{DC0EACC7-AAA5-48FE-8F0E-051D6CD156CB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282273674" sldId="2147483654"/>
              <ac:spMk id="5" creationId="{8BC5351D-2E3A-41E8-83ED-523CC5A39E13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75163334" sldId="2147483655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75163334" sldId="2147483655"/>
              <ac:spMk id="2" creationId="{EE151EC7-483A-4E49-A831-C36D8CB2D52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75163334" sldId="2147483655"/>
              <ac:spMk id="3" creationId="{DC0EACC7-AAA5-48FE-8F0E-051D6CD156CB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75163334" sldId="2147483655"/>
              <ac:spMk id="4" creationId="{8BC5351D-2E3A-41E8-83ED-523CC5A39E13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2549233983" sldId="2147483656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2" creationId="{411C8C42-FE0E-417D-BB51-55A3CCC66376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3" creationId="{88DFB6B5-C462-4288-8672-B8FC96981A0C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4" creationId="{1D2AF15A-B1A9-4076-B0A4-6A79B6DB716A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5" creationId="{9EF8C2B9-7F38-4B1A-82D3-FB9F4BD1E63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6" creationId="{3088F36D-F73A-45BC-A898-EDE45077D4CA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2549233983" sldId="2147483656"/>
              <ac:spMk id="7" creationId="{E0DE0F6D-84B2-40F2-85E8-A48A04118A7F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1912587778" sldId="2147483657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2" creationId="{7434DA17-E930-481C-88EF-8890B17EC76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3" creationId="{F339A715-8380-48A3-A24B-A21477C83DDF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4" creationId="{E89D6CB5-8A33-4ABE-BA5B-BD29818398B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5" creationId="{FCE713B2-5541-4301-8BB6-6A6A96FAC9C1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6" creationId="{1DEDDF99-5D43-4BE8-AA45-5FB18AADE40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912587778" sldId="2147483657"/>
              <ac:spMk id="7" creationId="{1D5C0478-924B-4E0F-AD1D-73918CD879B6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478483964" sldId="2147483658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478483964" sldId="2147483658"/>
              <ac:spMk id="2" creationId="{875DDAB7-A2E6-4A47-B278-99F8F531D86D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478483964" sldId="2147483658"/>
              <ac:spMk id="3" creationId="{5D751AE4-CA07-4AA4-955A-A3138A38FEC5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478483964" sldId="2147483658"/>
              <ac:spMk id="4" creationId="{5E94929E-898F-42A0-8E2D-6683777E274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478483964" sldId="2147483658"/>
              <ac:spMk id="5" creationId="{18F1B5C4-7ED8-4576-B2E9-1DD6B2B617DA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478483964" sldId="2147483658"/>
              <ac:spMk id="6" creationId="{BFB58ECE-66E6-4606-932A-AE5493564697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650442931" sldId="2147483659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50442931" sldId="2147483659"/>
              <ac:spMk id="2" creationId="{A6A4D404-B787-470F-ABF0-E69AAA7470DF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50442931" sldId="2147483659"/>
              <ac:spMk id="3" creationId="{039A8368-F5A5-4EAA-B0B8-837E8ABFB2D4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50442931" sldId="2147483659"/>
              <ac:spMk id="4" creationId="{582EBA72-9C6F-4B4D-A16A-C1DEB754BFC2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50442931" sldId="2147483659"/>
              <ac:spMk id="5" creationId="{426C3164-13E1-4E73-82B8-CA01840DD38E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50442931" sldId="2147483659"/>
              <ac:spMk id="6" creationId="{E0366C00-207E-47BE-ABD1-6356D0ED3564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666572584" sldId="2147483661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66572584" sldId="2147483661"/>
              <ac:spMk id="2" creationId="{65923DA8-C94D-4897-B552-5A97DD614007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66572584" sldId="2147483661"/>
              <ac:spMk id="3" creationId="{D3F44FF0-A644-49E8-A91A-118BAB632ACF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66572584" sldId="2147483661"/>
              <ac:spMk id="4" creationId="{82A632CB-A899-4AF7-B0D1-F33E6DBA7990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66572584" sldId="2147483661"/>
              <ac:spMk id="5" creationId="{BC66D984-B803-435C-BCF5-4BBAC713AE8D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666572584" sldId="2147483661"/>
              <ac:spMk id="6" creationId="{9B9692CF-9214-4B13-98B7-F4CAB957BFFB}"/>
            </ac:spMkLst>
          </pc:spChg>
        </pc:sldLayoutChg>
        <pc:sldLayoutChg chg="modSp del mod ord">
          <pc:chgData name="Copilot 365" userId="S::copilot365@netec.com::d24eb6ec-549b-432e-91a1-cc8ba8398fd4" providerId="AD" clId="Web-{75727D90-CEF6-A72C-7DC1-739FBB04808E}" dt="2026-08-17T14:03:53.930" v="2"/>
          <pc:sldLayoutMkLst>
            <pc:docMk/>
            <pc:sldMasterMk cId="1037836119" sldId="2147483648"/>
            <pc:sldLayoutMk cId="1546273086" sldId="2147483662"/>
          </pc:sldLayoutMkLst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546273086" sldId="2147483662"/>
              <ac:spMk id="2" creationId="{77FC90C1-DC12-4585-816B-7F995CA70FA2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546273086" sldId="2147483662"/>
              <ac:spMk id="3" creationId="{7A8525E8-17D2-4F44-B405-8A55ADE168A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546273086" sldId="2147483662"/>
              <ac:spMk id="4" creationId="{D10486F8-0096-44BF-8ACB-12C814FDE238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546273086" sldId="2147483662"/>
              <ac:spMk id="5" creationId="{3504895C-BAB0-461C-A3A0-338DF8278857}"/>
            </ac:spMkLst>
          </pc:spChg>
          <pc:spChg chg="mod">
            <ac:chgData name="Copilot 365" userId="S::copilot365@netec.com::d24eb6ec-549b-432e-91a1-cc8ba8398fd4" providerId="AD" clId="Web-{75727D90-CEF6-A72C-7DC1-739FBB04808E}" dt="2026-08-17T14:03:53.930" v="2"/>
            <ac:spMkLst>
              <pc:docMk/>
              <pc:sldMasterMk cId="1037836119" sldId="2147483648"/>
              <pc:sldLayoutMk cId="1546273086" sldId="2147483662"/>
              <ac:spMk id="6" creationId="{708771D5-D349-4326-B034-BE55DDDD2AD4}"/>
            </ac:spMkLst>
          </pc:spChg>
        </pc:sldLayoutChg>
      </pc:sldMasterChg>
      <pc:sldMasterChg chg="del replId modSldLayout sldLayoutOrd">
        <pc:chgData name="Copilot 365" userId="S::copilot365@netec.com::d24eb6ec-549b-432e-91a1-cc8ba8398fd4" providerId="AD" clId="Web-{75727D90-CEF6-A72C-7DC1-739FBB04808E}" dt="2026-08-17T14:03:53.930" v="2"/>
        <pc:sldMasterMkLst>
          <pc:docMk/>
          <pc:sldMasterMk cId="1037836119" sldId="2147483660"/>
        </pc:sldMasterMkLst>
        <pc:sldLayoutChg chg="replId">
          <pc:chgData name="Copilot 365" userId="S::copilot365@netec.com::d24eb6ec-549b-432e-91a1-cc8ba8398fd4" providerId="AD" clId="Web-{75727D90-CEF6-A72C-7DC1-739FBB04808E}" dt="2026-08-17T14:03:53.852" v="1"/>
          <pc:sldLayoutMkLst>
            <pc:docMk/>
            <pc:sldMasterMk cId="1037836119" sldId="2147483648"/>
            <pc:sldLayoutMk cId="666572584" sldId="2147483661"/>
          </pc:sldLayoutMkLst>
        </pc:sldLayoutChg>
        <pc:sldLayoutChg chg="replId">
          <pc:chgData name="Copilot 365" userId="S::copilot365@netec.com::d24eb6ec-549b-432e-91a1-cc8ba8398fd4" providerId="AD" clId="Web-{75727D90-CEF6-A72C-7DC1-739FBB04808E}" dt="2026-08-17T14:03:53.852" v="1"/>
          <pc:sldLayoutMkLst>
            <pc:docMk/>
            <pc:sldMasterMk cId="1037836119" sldId="2147483648"/>
            <pc:sldLayoutMk cId="1546273086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CH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50292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7ECF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922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Comité Geológico y Operacional  |  Documento de trabajo — plantilla</a:t>
            </a:r>
            <a:endParaRPr lang="en-US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83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Contexto y objetivo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54864" cy="182880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17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CONTEXTO GENERAL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04088" y="1709928"/>
            <a:ext cx="5056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el contexto general del análisis]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325880"/>
            <a:ext cx="54864" cy="182880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4173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OBJETIVO DEL ANÁLISIS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6464808" y="1709928"/>
            <a:ext cx="5056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el objetivo del análisis]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337560"/>
            <a:ext cx="54864" cy="182880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4290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ALCANCE GEOLÓGICO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704088" y="3721608"/>
            <a:ext cx="5056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el alcance geológico]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263640" y="33375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337560"/>
            <a:ext cx="54864" cy="182880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4290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ALCANCE OPERACIONAL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464808" y="3721608"/>
            <a:ext cx="5056632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el alcance operacional]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02920" y="5394960"/>
            <a:ext cx="11201400" cy="548640"/>
          </a:xfrm>
          <a:prstGeom prst="rect">
            <a:avLst/>
          </a:prstGeom>
          <a:solidFill>
            <a:srgbClr val="E2E8E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394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Proyecto: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691640" y="5394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[por completar]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480560" y="5394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Área: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5394960" y="5394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[por completar]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8183880" y="53949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7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Fecha: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9098280" y="5394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[por completar]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Perfil geológico y hallazgos principales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708660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9C6D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3250692"/>
            <a:ext cx="7086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4F7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Gráfico de perfil geológico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68680" y="3616452"/>
            <a:ext cx="6355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reservada para insertar el gráfico proveniente de Excel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7909560" y="1325880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09560" y="1325880"/>
            <a:ext cx="54864" cy="82296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9" name="Text 7"/>
          <p:cNvSpPr/>
          <p:nvPr/>
        </p:nvSpPr>
        <p:spPr>
          <a:xfrm>
            <a:off x="8110728" y="141732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FORMACIONES PRINCIPALES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110728" y="1709928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[Marcador de posición]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7909560" y="2267712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09560" y="2267712"/>
            <a:ext cx="54864" cy="82296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13" name="Text 11"/>
          <p:cNvSpPr/>
          <p:nvPr/>
        </p:nvSpPr>
        <p:spPr>
          <a:xfrm>
            <a:off x="8110728" y="235915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LITOLOGÍAS PRINCIPALES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8110728" y="2651760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[Marcador de posición]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7909560" y="3209544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09560" y="3209544"/>
            <a:ext cx="54864" cy="82296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17" name="Text 15"/>
          <p:cNvSpPr/>
          <p:nvPr/>
        </p:nvSpPr>
        <p:spPr>
          <a:xfrm>
            <a:off x="8110728" y="330098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CONTACTOS RELEVANTES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8110728" y="3593592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[Marcador de posición]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7909560" y="4151376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09560" y="4151376"/>
            <a:ext cx="54864" cy="82296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21" name="Text 19"/>
          <p:cNvSpPr/>
          <p:nvPr/>
        </p:nvSpPr>
        <p:spPr>
          <a:xfrm>
            <a:off x="8110728" y="42428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ANOMALÍAS O HALLAZGOS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8110728" y="4535424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[Marcador de posición]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7909560" y="5093208"/>
            <a:ext cx="3794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  <a:effectLst>
            <a:outerShdw blurRad="76200" dist="12700" dir="5400000" algn="bl" rotWithShape="0">
              <a:srgbClr val="C9D2DC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09560" y="5093208"/>
            <a:ext cx="54864" cy="82296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25" name="Text 23"/>
          <p:cNvSpPr/>
          <p:nvPr/>
        </p:nvSpPr>
        <p:spPr>
          <a:xfrm>
            <a:off x="8110728" y="51846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INCERTIDUMBRES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8110728" y="5477256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[Marcador de posición]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3 de alertas geológicas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661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3566160" cy="45720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Alerta 1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704088" y="1938528"/>
            <a:ext cx="754380" cy="109728"/>
          </a:xfrm>
          <a:prstGeom prst="rect">
            <a:avLst/>
          </a:prstGeom>
          <a:solidFill>
            <a:srgbClr val="3E8E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5044" y="1938528"/>
            <a:ext cx="754380" cy="109728"/>
          </a:xfrm>
          <a:prstGeom prst="rect">
            <a:avLst/>
          </a:prstGeom>
          <a:solidFill>
            <a:srgbClr val="E2B9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938528"/>
            <a:ext cx="754380" cy="109728"/>
          </a:xfrm>
          <a:prstGeom prst="rect">
            <a:avLst/>
          </a:prstGeom>
          <a:solidFill>
            <a:srgbClr val="E875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76956" y="1938528"/>
            <a:ext cx="754380" cy="10972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066544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Nivel: Verde / Amarillo / Naranja / Rojo (sin asignar)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704088" y="233172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096171" y="240779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6171" y="240779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704088" y="280720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Sector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2096171" y="288328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96171" y="288328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704088" y="3282696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 de riesgo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2096171" y="3358774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6171" y="3358774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04088" y="3758184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Criticidad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2096171" y="3834262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96171" y="3834262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704088" y="4233672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096171" y="4309750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96171" y="4309750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704088" y="470916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Evidencia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2096171" y="478523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96171" y="478523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04088" y="518464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2096171" y="526072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96171" y="526072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4279392" y="1325880"/>
            <a:ext cx="35661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79392" y="1325880"/>
            <a:ext cx="3566160" cy="45720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35" name="Text 33"/>
          <p:cNvSpPr/>
          <p:nvPr/>
        </p:nvSpPr>
        <p:spPr>
          <a:xfrm>
            <a:off x="4462272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Alerta 2</a:t>
            </a:r>
            <a:endParaRPr lang="en-US" sz="1300"/>
          </a:p>
        </p:txBody>
      </p:sp>
      <p:sp>
        <p:nvSpPr>
          <p:cNvPr id="36" name="Shape 34"/>
          <p:cNvSpPr/>
          <p:nvPr/>
        </p:nvSpPr>
        <p:spPr>
          <a:xfrm>
            <a:off x="4480560" y="1938528"/>
            <a:ext cx="754380" cy="109728"/>
          </a:xfrm>
          <a:prstGeom prst="rect">
            <a:avLst/>
          </a:prstGeom>
          <a:solidFill>
            <a:srgbClr val="3E8E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71516" y="1938528"/>
            <a:ext cx="754380" cy="109728"/>
          </a:xfrm>
          <a:prstGeom prst="rect">
            <a:avLst/>
          </a:prstGeom>
          <a:solidFill>
            <a:srgbClr val="E2B9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62472" y="1938528"/>
            <a:ext cx="754380" cy="109728"/>
          </a:xfrm>
          <a:prstGeom prst="rect">
            <a:avLst/>
          </a:prstGeom>
          <a:solidFill>
            <a:srgbClr val="E875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53428" y="1938528"/>
            <a:ext cx="754380" cy="10972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80560" y="2066544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Nivel: Verde / Amarillo / Naranja / Rojo (sin asignar)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480560" y="233172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5872643" y="240779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2643" y="240779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4" name="Text 42"/>
          <p:cNvSpPr/>
          <p:nvPr/>
        </p:nvSpPr>
        <p:spPr>
          <a:xfrm>
            <a:off x="4480560" y="280720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Sector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5872643" y="288328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72643" y="288328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4480560" y="3282696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 de riesgo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5872643" y="3358774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72643" y="3358774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480560" y="3758184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Criticidad</a:t>
            </a:r>
            <a:endParaRPr lang="en-US" sz="950"/>
          </a:p>
        </p:txBody>
      </p:sp>
      <p:sp>
        <p:nvSpPr>
          <p:cNvPr id="51" name="Shape 49"/>
          <p:cNvSpPr/>
          <p:nvPr/>
        </p:nvSpPr>
        <p:spPr>
          <a:xfrm>
            <a:off x="5872643" y="3834262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643" y="3834262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3" name="Text 51"/>
          <p:cNvSpPr/>
          <p:nvPr/>
        </p:nvSpPr>
        <p:spPr>
          <a:xfrm>
            <a:off x="4480560" y="4233672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54" name="Shape 52"/>
          <p:cNvSpPr/>
          <p:nvPr/>
        </p:nvSpPr>
        <p:spPr>
          <a:xfrm>
            <a:off x="5872643" y="4309750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643" y="4309750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4480560" y="470916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Evidencia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5872643" y="478523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643" y="478523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9" name="Text 57"/>
          <p:cNvSpPr/>
          <p:nvPr/>
        </p:nvSpPr>
        <p:spPr>
          <a:xfrm>
            <a:off x="4480560" y="518464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60" name="Shape 58"/>
          <p:cNvSpPr/>
          <p:nvPr/>
        </p:nvSpPr>
        <p:spPr>
          <a:xfrm>
            <a:off x="5872643" y="526072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72643" y="526072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8055864" y="1325880"/>
            <a:ext cx="356616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055864" y="1325880"/>
            <a:ext cx="3566160" cy="45720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64" name="Text 62"/>
          <p:cNvSpPr/>
          <p:nvPr/>
        </p:nvSpPr>
        <p:spPr>
          <a:xfrm>
            <a:off x="8238744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Alerta 3</a:t>
            </a:r>
            <a:endParaRPr lang="en-US" sz="1300"/>
          </a:p>
        </p:txBody>
      </p:sp>
      <p:sp>
        <p:nvSpPr>
          <p:cNvPr id="65" name="Shape 63"/>
          <p:cNvSpPr/>
          <p:nvPr/>
        </p:nvSpPr>
        <p:spPr>
          <a:xfrm>
            <a:off x="8257032" y="1938528"/>
            <a:ext cx="754380" cy="109728"/>
          </a:xfrm>
          <a:prstGeom prst="rect">
            <a:avLst/>
          </a:prstGeom>
          <a:solidFill>
            <a:srgbClr val="3E8E5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47988" y="1938528"/>
            <a:ext cx="754380" cy="109728"/>
          </a:xfrm>
          <a:prstGeom prst="rect">
            <a:avLst/>
          </a:prstGeom>
          <a:solidFill>
            <a:srgbClr val="E2B9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38944" y="1938528"/>
            <a:ext cx="754380" cy="109728"/>
          </a:xfrm>
          <a:prstGeom prst="rect">
            <a:avLst/>
          </a:prstGeom>
          <a:solidFill>
            <a:srgbClr val="E8751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629900" y="1938528"/>
            <a:ext cx="754380" cy="109728"/>
          </a:xfrm>
          <a:prstGeom prst="rect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57032" y="2066544"/>
            <a:ext cx="3163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Nivel: Verde / Amarillo / Naranja / Rojo (sin asignar)</a:t>
            </a:r>
            <a:endParaRPr lang="en-US" sz="800"/>
          </a:p>
        </p:txBody>
      </p:sp>
      <p:sp>
        <p:nvSpPr>
          <p:cNvPr id="70" name="Text 68"/>
          <p:cNvSpPr/>
          <p:nvPr/>
        </p:nvSpPr>
        <p:spPr>
          <a:xfrm>
            <a:off x="8257032" y="233172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</a:t>
            </a:r>
            <a:endParaRPr lang="en-US" sz="950"/>
          </a:p>
        </p:txBody>
      </p:sp>
      <p:sp>
        <p:nvSpPr>
          <p:cNvPr id="71" name="Shape 69"/>
          <p:cNvSpPr/>
          <p:nvPr/>
        </p:nvSpPr>
        <p:spPr>
          <a:xfrm>
            <a:off x="9649115" y="240779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49115" y="240779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3" name="Text 71"/>
          <p:cNvSpPr/>
          <p:nvPr/>
        </p:nvSpPr>
        <p:spPr>
          <a:xfrm>
            <a:off x="8257032" y="280720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Sector</a:t>
            </a:r>
            <a:endParaRPr lang="en-US" sz="950"/>
          </a:p>
        </p:txBody>
      </p:sp>
      <p:sp>
        <p:nvSpPr>
          <p:cNvPr id="74" name="Shape 72"/>
          <p:cNvSpPr/>
          <p:nvPr/>
        </p:nvSpPr>
        <p:spPr>
          <a:xfrm>
            <a:off x="9649115" y="288328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49115" y="288328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6" name="Text 74"/>
          <p:cNvSpPr/>
          <p:nvPr/>
        </p:nvSpPr>
        <p:spPr>
          <a:xfrm>
            <a:off x="8257032" y="3282696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 de riesgo</a:t>
            </a:r>
            <a:endParaRPr lang="en-US" sz="950"/>
          </a:p>
        </p:txBody>
      </p:sp>
      <p:sp>
        <p:nvSpPr>
          <p:cNvPr id="77" name="Shape 75"/>
          <p:cNvSpPr/>
          <p:nvPr/>
        </p:nvSpPr>
        <p:spPr>
          <a:xfrm>
            <a:off x="9649115" y="3358774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49115" y="3358774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9" name="Text 77"/>
          <p:cNvSpPr/>
          <p:nvPr/>
        </p:nvSpPr>
        <p:spPr>
          <a:xfrm>
            <a:off x="8257032" y="3758184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Criticidad</a:t>
            </a:r>
            <a:endParaRPr lang="en-US" sz="950"/>
          </a:p>
        </p:txBody>
      </p:sp>
      <p:sp>
        <p:nvSpPr>
          <p:cNvPr id="80" name="Shape 78"/>
          <p:cNvSpPr/>
          <p:nvPr/>
        </p:nvSpPr>
        <p:spPr>
          <a:xfrm>
            <a:off x="9649115" y="3834262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49115" y="3834262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82" name="Text 80"/>
          <p:cNvSpPr/>
          <p:nvPr/>
        </p:nvSpPr>
        <p:spPr>
          <a:xfrm>
            <a:off x="8257032" y="4233672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83" name="Shape 81"/>
          <p:cNvSpPr/>
          <p:nvPr/>
        </p:nvSpPr>
        <p:spPr>
          <a:xfrm>
            <a:off x="9649115" y="4309750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649115" y="4309750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85" name="Text 83"/>
          <p:cNvSpPr/>
          <p:nvPr/>
        </p:nvSpPr>
        <p:spPr>
          <a:xfrm>
            <a:off x="8257032" y="4709160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Evidencia</a:t>
            </a:r>
            <a:endParaRPr lang="en-US" sz="950"/>
          </a:p>
        </p:txBody>
      </p:sp>
      <p:sp>
        <p:nvSpPr>
          <p:cNvPr id="86" name="Shape 84"/>
          <p:cNvSpPr/>
          <p:nvPr/>
        </p:nvSpPr>
        <p:spPr>
          <a:xfrm>
            <a:off x="9649115" y="4785238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649115" y="4785238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88" name="Text 86"/>
          <p:cNvSpPr/>
          <p:nvPr/>
        </p:nvSpPr>
        <p:spPr>
          <a:xfrm>
            <a:off x="8257032" y="5184648"/>
            <a:ext cx="13288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89" name="Shape 87"/>
          <p:cNvSpPr/>
          <p:nvPr/>
        </p:nvSpPr>
        <p:spPr>
          <a:xfrm>
            <a:off x="9649115" y="5260726"/>
            <a:ext cx="1771741" cy="323332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49115" y="5260726"/>
            <a:ext cx="1771741" cy="323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Top 3 de alertas y criticidad de trituración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85292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852928" cy="41148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Condición prioritaria 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667512" y="18470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1777959" y="19129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77959" y="19129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667512" y="22585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Formación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1777959" y="23244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77959" y="23244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67512" y="26700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Litología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1777959" y="27358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7959" y="27358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67512" y="308152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RPN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1777959" y="314736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7959" y="314736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67512" y="349300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1777959" y="355884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77959" y="355884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67512" y="39044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principal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1777959" y="39703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77959" y="39703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667512" y="43159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 anómalo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1777959" y="43818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77959" y="43818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667512" y="47274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1777959" y="47932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77959" y="47932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3538728" y="1325880"/>
            <a:ext cx="285292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38728" y="1325880"/>
            <a:ext cx="2852928" cy="41148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33" name="Text 31"/>
          <p:cNvSpPr/>
          <p:nvPr/>
        </p:nvSpPr>
        <p:spPr>
          <a:xfrm>
            <a:off x="3703320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Condición prioritaria 2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703320" y="18470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813767" y="19129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3767" y="19129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3703320" y="22585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Formación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4813767" y="23244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3767" y="23244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0" name="Text 38"/>
          <p:cNvSpPr/>
          <p:nvPr/>
        </p:nvSpPr>
        <p:spPr>
          <a:xfrm>
            <a:off x="3703320" y="26700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Litología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4813767" y="27358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3767" y="27358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3703320" y="308152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RPN</a:t>
            </a:r>
            <a:endParaRPr lang="en-US" sz="950"/>
          </a:p>
        </p:txBody>
      </p:sp>
      <p:sp>
        <p:nvSpPr>
          <p:cNvPr id="44" name="Shape 42"/>
          <p:cNvSpPr/>
          <p:nvPr/>
        </p:nvSpPr>
        <p:spPr>
          <a:xfrm>
            <a:off x="4813767" y="314736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3767" y="314736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3703320" y="349300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4813767" y="355884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13767" y="355884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703320" y="39044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principal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4813767" y="39703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3767" y="39703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2" name="Text 50"/>
          <p:cNvSpPr/>
          <p:nvPr/>
        </p:nvSpPr>
        <p:spPr>
          <a:xfrm>
            <a:off x="3703320" y="43159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 anómalo</a:t>
            </a:r>
            <a:endParaRPr lang="en-US" sz="950"/>
          </a:p>
        </p:txBody>
      </p:sp>
      <p:sp>
        <p:nvSpPr>
          <p:cNvPr id="53" name="Shape 51"/>
          <p:cNvSpPr/>
          <p:nvPr/>
        </p:nvSpPr>
        <p:spPr>
          <a:xfrm>
            <a:off x="4813767" y="43818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13767" y="43818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3703320" y="47274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56" name="Shape 54"/>
          <p:cNvSpPr/>
          <p:nvPr/>
        </p:nvSpPr>
        <p:spPr>
          <a:xfrm>
            <a:off x="4813767" y="47932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3767" y="47932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6574536" y="1325880"/>
            <a:ext cx="2852928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574536" y="1325880"/>
            <a:ext cx="2852928" cy="411480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60" name="Text 58"/>
          <p:cNvSpPr/>
          <p:nvPr/>
        </p:nvSpPr>
        <p:spPr>
          <a:xfrm>
            <a:off x="6739128" y="1325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Condición prioritaria 3</a:t>
            </a:r>
            <a:endParaRPr lang="en-US" sz="1100"/>
          </a:p>
        </p:txBody>
      </p:sp>
      <p:sp>
        <p:nvSpPr>
          <p:cNvPr id="61" name="Text 59"/>
          <p:cNvSpPr/>
          <p:nvPr/>
        </p:nvSpPr>
        <p:spPr>
          <a:xfrm>
            <a:off x="6739128" y="18470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Equipo</a:t>
            </a:r>
            <a:endParaRPr lang="en-US" sz="950"/>
          </a:p>
        </p:txBody>
      </p:sp>
      <p:sp>
        <p:nvSpPr>
          <p:cNvPr id="62" name="Shape 60"/>
          <p:cNvSpPr/>
          <p:nvPr/>
        </p:nvSpPr>
        <p:spPr>
          <a:xfrm>
            <a:off x="7849575" y="19129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49575" y="19129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739128" y="22585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Formación</a:t>
            </a:r>
            <a:endParaRPr lang="en-US" sz="950"/>
          </a:p>
        </p:txBody>
      </p:sp>
      <p:sp>
        <p:nvSpPr>
          <p:cNvPr id="65" name="Shape 63"/>
          <p:cNvSpPr/>
          <p:nvPr/>
        </p:nvSpPr>
        <p:spPr>
          <a:xfrm>
            <a:off x="7849575" y="23244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49575" y="23244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67" name="Text 65"/>
          <p:cNvSpPr/>
          <p:nvPr/>
        </p:nvSpPr>
        <p:spPr>
          <a:xfrm>
            <a:off x="6739128" y="26700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Litología</a:t>
            </a:r>
            <a:endParaRPr lang="en-US" sz="950"/>
          </a:p>
        </p:txBody>
      </p:sp>
      <p:sp>
        <p:nvSpPr>
          <p:cNvPr id="68" name="Shape 66"/>
          <p:cNvSpPr/>
          <p:nvPr/>
        </p:nvSpPr>
        <p:spPr>
          <a:xfrm>
            <a:off x="7849575" y="27358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49575" y="27358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0" name="Text 68"/>
          <p:cNvSpPr/>
          <p:nvPr/>
        </p:nvSpPr>
        <p:spPr>
          <a:xfrm>
            <a:off x="6739128" y="308152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RPN</a:t>
            </a:r>
            <a:endParaRPr lang="en-US" sz="950"/>
          </a:p>
        </p:txBody>
      </p:sp>
      <p:sp>
        <p:nvSpPr>
          <p:cNvPr id="71" name="Shape 69"/>
          <p:cNvSpPr/>
          <p:nvPr/>
        </p:nvSpPr>
        <p:spPr>
          <a:xfrm>
            <a:off x="7849575" y="314736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849575" y="314736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3" name="Text 71"/>
          <p:cNvSpPr/>
          <p:nvPr/>
        </p:nvSpPr>
        <p:spPr>
          <a:xfrm>
            <a:off x="6739128" y="349300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</a:t>
            </a:r>
            <a:endParaRPr lang="en-US" sz="950"/>
          </a:p>
        </p:txBody>
      </p:sp>
      <p:sp>
        <p:nvSpPr>
          <p:cNvPr id="74" name="Shape 72"/>
          <p:cNvSpPr/>
          <p:nvPr/>
        </p:nvSpPr>
        <p:spPr>
          <a:xfrm>
            <a:off x="7849575" y="355884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49575" y="355884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6" name="Text 74"/>
          <p:cNvSpPr/>
          <p:nvPr/>
        </p:nvSpPr>
        <p:spPr>
          <a:xfrm>
            <a:off x="6739128" y="390448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principal</a:t>
            </a:r>
            <a:endParaRPr lang="en-US" sz="950"/>
          </a:p>
        </p:txBody>
      </p:sp>
      <p:sp>
        <p:nvSpPr>
          <p:cNvPr id="77" name="Shape 75"/>
          <p:cNvSpPr/>
          <p:nvPr/>
        </p:nvSpPr>
        <p:spPr>
          <a:xfrm>
            <a:off x="7849575" y="397032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849575" y="397032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79" name="Text 77"/>
          <p:cNvSpPr/>
          <p:nvPr/>
        </p:nvSpPr>
        <p:spPr>
          <a:xfrm>
            <a:off x="6739128" y="431596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 anómalo</a:t>
            </a:r>
            <a:endParaRPr lang="en-US" sz="950"/>
          </a:p>
        </p:txBody>
      </p:sp>
      <p:sp>
        <p:nvSpPr>
          <p:cNvPr id="80" name="Shape 78"/>
          <p:cNvSpPr/>
          <p:nvPr/>
        </p:nvSpPr>
        <p:spPr>
          <a:xfrm>
            <a:off x="7849575" y="438180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49575" y="438180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82" name="Text 80"/>
          <p:cNvSpPr/>
          <p:nvPr/>
        </p:nvSpPr>
        <p:spPr>
          <a:xfrm>
            <a:off x="6739128" y="4727448"/>
            <a:ext cx="10599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Acción requerida</a:t>
            </a:r>
            <a:endParaRPr lang="en-US" sz="950"/>
          </a:p>
        </p:txBody>
      </p:sp>
      <p:sp>
        <p:nvSpPr>
          <p:cNvPr id="83" name="Shape 81"/>
          <p:cNvSpPr/>
          <p:nvPr/>
        </p:nvSpPr>
        <p:spPr>
          <a:xfrm>
            <a:off x="7849575" y="4793285"/>
            <a:ext cx="1413297" cy="27980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849575" y="4793285"/>
            <a:ext cx="1413297" cy="279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85" name="Shape 83"/>
          <p:cNvSpPr/>
          <p:nvPr/>
        </p:nvSpPr>
        <p:spPr>
          <a:xfrm>
            <a:off x="9692640" y="1325880"/>
            <a:ext cx="2029968" cy="3886200"/>
          </a:xfrm>
          <a:prstGeom prst="rect">
            <a:avLst/>
          </a:prstGeom>
          <a:solidFill>
            <a:srgbClr val="E2E8E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692640" y="1325880"/>
            <a:ext cx="2029968" cy="54864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87" name="Text 85"/>
          <p:cNvSpPr/>
          <p:nvPr/>
        </p:nvSpPr>
        <p:spPr>
          <a:xfrm>
            <a:off x="9857232" y="148132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CONCLUSIÓN EJECUTIVA</a:t>
            </a:r>
            <a:endParaRPr lang="en-US" sz="1000"/>
          </a:p>
        </p:txBody>
      </p:sp>
      <p:sp>
        <p:nvSpPr>
          <p:cNvPr id="88" name="Text 86"/>
          <p:cNvSpPr/>
          <p:nvPr/>
        </p:nvSpPr>
        <p:spPr>
          <a:xfrm>
            <a:off x="9857232" y="18745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una conclusión ejecutiva de máximo dos líneas]</a:t>
            </a:r>
            <a:endParaRPr lang="en-US" sz="1000"/>
          </a:p>
        </p:txBody>
      </p:sp>
      <p:sp>
        <p:nvSpPr>
          <p:cNvPr id="89" name="Text 87"/>
          <p:cNvSpPr/>
          <p:nvPr/>
        </p:nvSpPr>
        <p:spPr>
          <a:xfrm>
            <a:off x="502920" y="5394960"/>
            <a:ext cx="11219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Estructura de plantilla — sin valores reales. Los campos se completarán con los resultados de laboratorio y de operación.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Escenario What-If — CSS +5 mm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263640" cy="4617720"/>
          </a:xfrm>
          <a:prstGeom prst="rect">
            <a:avLst/>
          </a:prstGeom>
          <a:solidFill>
            <a:srgbClr val="FFFFFF"/>
          </a:solidFill>
          <a:ln w="15875">
            <a:solidFill>
              <a:srgbClr val="B9C6D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02920" y="3250692"/>
            <a:ext cx="6263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B4F7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Gráfico: Actual vs. Escenario CSS +5 mm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868680" y="3616452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Área reservada para insertar el gráfico comparativo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7040880" y="1325880"/>
            <a:ext cx="46817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1325880"/>
            <a:ext cx="4681728" cy="41148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9" name="Text 7"/>
          <p:cNvSpPr/>
          <p:nvPr/>
        </p:nvSpPr>
        <p:spPr>
          <a:xfrm>
            <a:off x="7205472" y="1325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Parámetros comparados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7223760" y="1828800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actual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9122786" y="1890248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22786" y="1890248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7223760" y="2212848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 escenario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9122786" y="2274296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2786" y="2274296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7223760" y="2596896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9122786" y="2658344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2786" y="2658344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7223760" y="2980944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P80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9122786" y="3042392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22786" y="3042392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7223760" y="3364992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Vibración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9122786" y="3426440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22786" y="3426440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7223760" y="3749040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RPN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9122786" y="3810488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22786" y="3810488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7223760" y="4133088"/>
            <a:ext cx="181270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3B465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Nivel de confianza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9122786" y="4194536"/>
            <a:ext cx="2416942" cy="261153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2786" y="4194536"/>
            <a:ext cx="2416942" cy="2611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AAB3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7040880" y="4754880"/>
            <a:ext cx="4681728" cy="1188720"/>
          </a:xfrm>
          <a:prstGeom prst="rect">
            <a:avLst/>
          </a:prstGeom>
          <a:solidFill>
            <a:srgbClr val="E2E8E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40880" y="4754880"/>
            <a:ext cx="54864" cy="118872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33" name="Text 31"/>
          <p:cNvSpPr/>
          <p:nvPr/>
        </p:nvSpPr>
        <p:spPr>
          <a:xfrm>
            <a:off x="7242048" y="4846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INCERTIDUMBRES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7242048" y="514807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registrar las incertidumbres del escenario]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778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Recomendaciones, riesgos residuales y decisión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9326880" y="2926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AFC3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06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486400" cy="54864"/>
          </a:xfrm>
          <a:prstGeom prst="rect">
            <a:avLst/>
          </a:prstGeom>
          <a:solidFill>
            <a:srgbClr val="1B4F7E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4904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RECOMENDACIONES PRIORITARIAS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704088" y="189280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92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[Espacio por completar]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704088" y="239572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23957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[Espacio por completar]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704088" y="289864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89864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[Espacio por completar]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236208" y="1325880"/>
            <a:ext cx="54864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325880"/>
            <a:ext cx="548640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6437376" y="14904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RIESGOS RESIDUALES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6437376" y="189280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89280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[Espacio por completar]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6437376" y="239572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39572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[Espacio por completar]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437376" y="2898648"/>
            <a:ext cx="5084064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898648"/>
            <a:ext cx="4846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[Espacio por completar]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02920" y="3749040"/>
            <a:ext cx="7818120" cy="2148840"/>
          </a:xfrm>
          <a:prstGeom prst="rect">
            <a:avLst/>
          </a:prstGeom>
          <a:solidFill>
            <a:srgbClr val="0F2742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3749040"/>
            <a:ext cx="7818120" cy="91440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77640"/>
            <a:ext cx="7223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8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DECISIÓN SOLICITADA AL COMITÉ</a:t>
            </a:r>
            <a:endParaRPr lang="en-US" sz="1500"/>
          </a:p>
        </p:txBody>
      </p:sp>
      <p:sp>
        <p:nvSpPr>
          <p:cNvPr id="25" name="Shape 23"/>
          <p:cNvSpPr/>
          <p:nvPr/>
        </p:nvSpPr>
        <p:spPr>
          <a:xfrm>
            <a:off x="777240" y="4480560"/>
            <a:ext cx="7269480" cy="1143000"/>
          </a:xfrm>
          <a:prstGeom prst="rect">
            <a:avLst/>
          </a:prstGeom>
          <a:solidFill>
            <a:srgbClr val="1B3B5C"/>
          </a:solidFill>
          <a:ln w="12700">
            <a:solidFill>
              <a:srgbClr val="3D61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480560"/>
            <a:ext cx="6903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C7D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una única decisión solicitada al comité]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8549640" y="3749040"/>
            <a:ext cx="31729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49640" y="3749040"/>
            <a:ext cx="3172968" cy="54864"/>
          </a:xfrm>
          <a:prstGeom prst="rect">
            <a:avLst/>
          </a:prstGeom>
          <a:solidFill>
            <a:srgbClr val="E8751A"/>
          </a:solidFill>
          <a:ln/>
        </p:spPr>
      </p:sp>
      <p:sp>
        <p:nvSpPr>
          <p:cNvPr id="29" name="Text 27"/>
          <p:cNvSpPr/>
          <p:nvPr/>
        </p:nvSpPr>
        <p:spPr>
          <a:xfrm>
            <a:off x="8750808" y="3913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60">
                <a:solidFill>
                  <a:srgbClr val="0F274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PRÓXIMO PASO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8750808" y="4315968"/>
            <a:ext cx="2770632" cy="1371600"/>
          </a:xfrm>
          <a:prstGeom prst="rect">
            <a:avLst/>
          </a:prstGeom>
          <a:solidFill>
            <a:srgbClr val="F5F7FA"/>
          </a:solidFill>
          <a:ln w="9525">
            <a:solidFill>
              <a:srgbClr val="E7E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87968" y="431596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[Espacio para una acción concreta]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2026-08-17T13:55:39Z</dcterms:created>
  <dcterms:modified xsi:type="dcterms:W3CDTF">2026-08-17T14:04:27Z</dcterms:modified>
</cp:coreProperties>
</file>